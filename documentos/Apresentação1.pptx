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4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C7133-F5F3-3D4E-E296-01EF21E06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C73CD6-2E4A-C1BC-C84F-509D60FB4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C119EB-8BF4-C24A-6B50-2443BD4E7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C522BE-631E-4756-EDB5-C031D6F0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1AF2A7B-BE7D-A7BA-6FDC-CC2C4374A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8332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25CA7-DF8E-28DB-DCF3-BF7ECA81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BCDD4A-337A-BA27-C5C9-77BBCB310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C5F56F-03E7-7352-4A27-7C0CD1F7C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35D5D0-172F-50D4-23D5-6B6BCA61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EC9D0D-DB73-8594-98ED-40174994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78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2CBBA8-C9F5-328E-F7F1-0F62434D0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2FA27E-4F76-3C6E-CFF4-03147FA4A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1ED643-3A57-425D-DCEC-9372E28A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473E91-5E95-5500-1CC6-5C47AE044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0E3F27-79FB-BA91-58D5-E646485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42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54FE48-6E24-4C2A-30C3-442C0CAB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8D4616-80F8-D765-D4BE-9D60820882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567B707-0991-3709-0E9D-CCCC21E6F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35F089-5EF4-98D7-E657-DC73668D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4F5AD5-3C25-74E9-93CC-DBD5EA4B5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D8407C-C245-46DB-495C-BCF3E272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733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95669-D363-F497-5CA0-D4AB8EC3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A0C4F5-D058-CBC7-D35F-BCA6C2F82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9D111D-8920-DB29-2C75-B6171457E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30024B-104B-A047-76B5-ADEB34E778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16C899-E219-7B4F-2249-4EC49BAD38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F5A5B01-C23C-9C52-1A8A-074021FD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373206-7E30-F323-F36F-CAC633713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6AC0004-083B-50CD-ED42-250FAB9F1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53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65DCD-5E9B-F002-6B6D-7FBF3755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33F5A3F-4C78-4185-5C4A-9C594114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11206C-7A2C-6D3C-0931-7550FF4A9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DA56F9-4347-55E7-0E3B-B635C847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644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54EC1CD-01F5-158A-68C1-EEA07B6E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DDC63B3-9AF5-2881-1424-778CE753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A453D77-B74F-FE31-11E5-F7351B661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8764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278EC-2076-107B-8CBF-4D958A2AF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B437E3-EF90-D974-3D27-93BF825AF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B753E4E-0F2D-C12A-88E4-09C1AD67C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4BD08C-A5EA-9329-6266-4CA784760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AD9720-FC4B-5DFC-A0F6-49BDEC37F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70FC9B-6AA1-9270-3FAD-58A73D23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780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32F6E-D50B-2357-52D9-054C796EF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54BCC9-4685-21B1-0B3B-B6990B062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C106DD-C61D-5BD9-7A0F-A8FB2FBA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8F30AEF-AA84-5F48-F57D-2A335086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D6F1EB-BCD6-11A8-D176-4159FAB9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D0E1A7-3C85-4F27-C029-EBC70119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629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6D14FD-6B1D-A65B-95B3-9B675B3C3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7AD32A-0527-1E72-EE7A-C62E6977E8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CC0E2BA-332B-9CC2-5D82-A9AE5723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CE60AE-33B6-7E7B-2524-01AB8C05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16986D-6134-997D-619D-51436DE53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17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B1901E-676A-E788-2919-FF0D11943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E1C011-65C0-D082-034E-507A0C221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893E57-BED7-05B0-EE82-9DEB8154D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42F225-2CD2-C6CD-2362-A487F80B2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00655-EF0C-6419-5343-D5EA4267F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854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76E3CC-56FA-772F-3F91-3E715F1FC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5EF702-AD59-8943-3C98-9781A6EA5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0002B0-516F-8832-F545-4815D7F8C5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B948D-60DC-4886-81E6-CB04B3AF188E}" type="datetimeFigureOut">
              <a:rPr lang="pt-BR" smtClean="0"/>
              <a:t>07/06/2025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DB2CF7-0DE4-4C9E-4FBF-AEC67FCA9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77DA2A-FF89-4720-4DA0-65DD34D2A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2BFE5A-1A36-430E-9CE1-C9D279B9C6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81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A5868D-1D24-D4B2-7756-AD20BD0F36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5F7C28-7759-7C94-54CB-56E0ED6F1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304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Bruno Bafilli</dc:creator>
  <cp:lastModifiedBy>Bruno Bafilli</cp:lastModifiedBy>
  <cp:revision>1</cp:revision>
  <dcterms:created xsi:type="dcterms:W3CDTF">2025-06-07T17:33:02Z</dcterms:created>
  <dcterms:modified xsi:type="dcterms:W3CDTF">2025-06-07T17:34:11Z</dcterms:modified>
</cp:coreProperties>
</file>